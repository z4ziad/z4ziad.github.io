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Space Grotesk Light"/>
      <p:regular r:id="rId20"/>
      <p:bold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Light-regular.fntdata"/><Relationship Id="rId22" Type="http://schemas.openxmlformats.org/officeDocument/2006/relationships/font" Target="fonts/SpaceGrotesk-regular.fntdata"/><Relationship Id="rId21" Type="http://schemas.openxmlformats.org/officeDocument/2006/relationships/font" Target="fonts/SpaceGroteskLight-bold.fntdata"/><Relationship Id="rId23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e5c5c97f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e5c5c97f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e5c5c97fd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e5c5c97fd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e5c5c97fd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e5c5c97fd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e5c5c97fd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e5c5c97fd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e5c5c97fd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ae5c5c97fd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e5c5c97fd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e5c5c97fd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e5c5c97fd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e5c5c97fd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e5c5c97fd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ae5c5c97fd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e5c5c97fd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e5c5c97fd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5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68" name="Google Shape;68;p15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76" name="Google Shape;76;p17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7" name="Google Shape;77;p17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3" name="Google Shape;83;p19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9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1" name="Google Shape;91;p19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3" name="Google Shape;93;p19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9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7" name="Google Shape;97;p19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9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9" name="Google Shape;99;p19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9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110" name="Google Shape;110;p20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111" name="Google Shape;111;p20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21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8" name="Google Shape;118;p21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1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5" name="Google Shape;125;p22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29" name="Google Shape;129;p22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3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3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3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5" name="Google Shape;135;p23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3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3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3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3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4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4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4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4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9" name="Google Shape;159;p24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68" name="Google Shape;168;p25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26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6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27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27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27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27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27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27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27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2" name="Google Shape;192;p27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27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2" name="Google Shape;202;p28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3" name="Google Shape;203;p28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4" name="Google Shape;204;p28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6" name="Google Shape;206;p28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7" name="Google Shape;207;p28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8" name="Google Shape;208;p28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9" name="Google Shape;209;p28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0" name="Google Shape;210;p28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1" name="Google Shape;211;p28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2" name="Google Shape;212;p28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7" name="Google Shape;217;p29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8" name="Google Shape;218;p29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9" name="Google Shape;219;p29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24" name="Google Shape;224;p29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25" name="Google Shape;225;p29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9" name="Google Shape;229;p30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6" name="Google Shape;236;p30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7" name="Google Shape;237;p30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8" name="Google Shape;238;p30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0" name="Google Shape;240;p30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43" name="Google Shape;243;p30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46" name="Google Shape;246;p30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49" name="Google Shape;249;p30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0" name="Google Shape;250;p30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53" name="Google Shape;253;p30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55" name="Google Shape;255;p30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8" name="Google Shape;258;p31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9" name="Google Shape;259;p31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1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61" name="Google Shape;261;p31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2" name="Google Shape;262;p31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3" name="Google Shape;263;p31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4" name="Google Shape;264;p31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7" name="Google Shape;267;p32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2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2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0" name="Google Shape;270;p32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33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3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3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6" name="Google Shape;276;p33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78" name="Google Shape;278;p33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80" name="Google Shape;280;p33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81" name="Google Shape;281;p33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4" name="Google Shape;284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0" name="Google Shape;29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6" name="Google Shape;296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7" name="Google Shape;297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2" name="Google Shape;302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7" name="Google Shape;307;p4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8" name="Google Shape;308;p4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4" name="Google Shape;314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6" name="Google Shape;316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0" name="Google Shape;320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1" name="Google Shape;321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2" name="Google Shape;322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2" name="Google Shape;332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3" name="Google Shape;333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1" name="Google Shape;341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4" name="Google Shape;34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226100" y="144575"/>
            <a:ext cx="8689200" cy="25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WEARABLE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MOTION/POSITIONING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</a:t>
            </a:r>
            <a:endParaRPr/>
          </a:p>
        </p:txBody>
      </p:sp>
      <p:sp>
        <p:nvSpPr>
          <p:cNvPr id="365" name="Google Shape;365;p50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Adwoa Asare, Tianyi He, Shao-Ju Wang</a:t>
            </a:r>
            <a:endParaRPr sz="2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66" name="Google Shape;366;p50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8, 2025</a:t>
            </a:r>
            <a:endParaRPr/>
          </a:p>
        </p:txBody>
      </p:sp>
      <p:sp>
        <p:nvSpPr>
          <p:cNvPr id="367" name="Google Shape;367;p50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>
            <p:ph type="title"/>
          </p:nvPr>
        </p:nvSpPr>
        <p:spPr>
          <a:xfrm>
            <a:off x="212450" y="177900"/>
            <a:ext cx="38268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ABSTRACT</a:t>
            </a:r>
            <a:r>
              <a:rPr lang="en">
                <a:solidFill>
                  <a:schemeClr val="accent2"/>
                </a:solidFill>
              </a:rPr>
              <a:t>: </a:t>
            </a:r>
            <a:r>
              <a:rPr lang="en"/>
              <a:t>Sign Language Interpretation</a:t>
            </a:r>
            <a:endParaRPr/>
          </a:p>
        </p:txBody>
      </p:sp>
      <p:sp>
        <p:nvSpPr>
          <p:cNvPr id="373" name="Google Shape;373;p51"/>
          <p:cNvSpPr txBox="1"/>
          <p:nvPr>
            <p:ph idx="1" type="body"/>
          </p:nvPr>
        </p:nvSpPr>
        <p:spPr>
          <a:xfrm>
            <a:off x="228600" y="1510950"/>
            <a:ext cx="3321300" cy="3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Hand position/movement classification glove with applications in </a:t>
            </a:r>
            <a:r>
              <a:rPr b="1" lang="en" sz="1200">
                <a:solidFill>
                  <a:schemeClr val="accent6"/>
                </a:solidFill>
              </a:rPr>
              <a:t>human-computer interaction</a:t>
            </a:r>
            <a:endParaRPr b="1" sz="1200"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Useful for cases where hands need to be tracked </a:t>
            </a:r>
            <a:r>
              <a:rPr b="1" lang="en" sz="1200">
                <a:solidFill>
                  <a:schemeClr val="accent6"/>
                </a:solidFill>
              </a:rPr>
              <a:t>without the use of a camera</a:t>
            </a:r>
            <a:endParaRPr b="1" sz="1200"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Edge processing maintains user bio-data </a:t>
            </a:r>
            <a:r>
              <a:rPr b="1" lang="en" sz="1200">
                <a:solidFill>
                  <a:schemeClr val="accent6"/>
                </a:solidFill>
              </a:rPr>
              <a:t>privacy</a:t>
            </a:r>
            <a:r>
              <a:rPr b="1" lang="en" sz="1200"/>
              <a:t> </a:t>
            </a:r>
            <a:r>
              <a:rPr lang="en" sz="1200"/>
              <a:t>and</a:t>
            </a:r>
            <a:r>
              <a:rPr b="1" lang="en" sz="1200"/>
              <a:t> </a:t>
            </a:r>
            <a:r>
              <a:rPr b="1" lang="en" sz="1200">
                <a:solidFill>
                  <a:schemeClr val="accent6"/>
                </a:solidFill>
              </a:rPr>
              <a:t>real-time</a:t>
            </a:r>
            <a:r>
              <a:rPr lang="en" sz="1200"/>
              <a:t> responsiveness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chemeClr val="accent6"/>
                </a:solidFill>
              </a:rPr>
              <a:t>Multi-sensor fusion</a:t>
            </a:r>
            <a:r>
              <a:rPr lang="en" sz="1200"/>
              <a:t> improves resolution and classification accuracy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glove classifies sign language gestures and allows the user to interact with a virtual agent through sign language. Real-world applications would allow the glove to </a:t>
            </a:r>
            <a:r>
              <a:rPr b="1" lang="en" sz="1200">
                <a:solidFill>
                  <a:schemeClr val="accent6"/>
                </a:solidFill>
              </a:rPr>
              <a:t>translate American Sign Language (ASL) to English</a:t>
            </a:r>
            <a:r>
              <a:rPr lang="en" sz="1200"/>
              <a:t> or other spoken languages.</a:t>
            </a:r>
            <a:endParaRPr sz="1200"/>
          </a:p>
        </p:txBody>
      </p:sp>
      <p:pic>
        <p:nvPicPr>
          <p:cNvPr id="374" name="Google Shape;374;p51"/>
          <p:cNvPicPr preferRelativeResize="0"/>
          <p:nvPr/>
        </p:nvPicPr>
        <p:blipFill rotWithShape="1">
          <a:blip r:embed="rId3">
            <a:alphaModFix/>
          </a:blip>
          <a:srcRect b="53247" l="4246" r="69181" t="2111"/>
          <a:stretch/>
        </p:blipFill>
        <p:spPr>
          <a:xfrm>
            <a:off x="5079975" y="1648149"/>
            <a:ext cx="1008600" cy="1186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75" name="Google Shape;375;p51"/>
          <p:cNvPicPr preferRelativeResize="0"/>
          <p:nvPr/>
        </p:nvPicPr>
        <p:blipFill rotWithShape="1">
          <a:blip r:embed="rId3">
            <a:alphaModFix/>
          </a:blip>
          <a:srcRect b="52747" l="34909" r="37335" t="999"/>
          <a:stretch/>
        </p:blipFill>
        <p:spPr>
          <a:xfrm>
            <a:off x="6361025" y="2106825"/>
            <a:ext cx="1008600" cy="11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76" name="Google Shape;376;p51"/>
          <p:cNvPicPr preferRelativeResize="0"/>
          <p:nvPr/>
        </p:nvPicPr>
        <p:blipFill rotWithShape="1">
          <a:blip r:embed="rId3">
            <a:alphaModFix/>
          </a:blip>
          <a:srcRect b="54483" l="72343" r="6500" t="2450"/>
          <a:stretch/>
        </p:blipFill>
        <p:spPr>
          <a:xfrm>
            <a:off x="7767588" y="986550"/>
            <a:ext cx="935100" cy="133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77" name="Google Shape;377;p51"/>
          <p:cNvPicPr preferRelativeResize="0"/>
          <p:nvPr/>
        </p:nvPicPr>
        <p:blipFill rotWithShape="1">
          <a:blip r:embed="rId3">
            <a:alphaModFix/>
          </a:blip>
          <a:srcRect b="7339" l="4490" r="70696" t="48261"/>
          <a:stretch/>
        </p:blipFill>
        <p:spPr>
          <a:xfrm>
            <a:off x="5300900" y="3686150"/>
            <a:ext cx="854100" cy="1069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78" name="Google Shape;378;p51"/>
          <p:cNvPicPr preferRelativeResize="0"/>
          <p:nvPr/>
        </p:nvPicPr>
        <p:blipFill rotWithShape="1">
          <a:blip r:embed="rId3">
            <a:alphaModFix/>
          </a:blip>
          <a:srcRect b="7716" l="39667" r="39185" t="50071"/>
          <a:stretch/>
        </p:blipFill>
        <p:spPr>
          <a:xfrm>
            <a:off x="6662875" y="3775675"/>
            <a:ext cx="854100" cy="119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79" name="Google Shape;379;p51"/>
          <p:cNvPicPr preferRelativeResize="0"/>
          <p:nvPr/>
        </p:nvPicPr>
        <p:blipFill rotWithShape="1">
          <a:blip r:embed="rId4">
            <a:alphaModFix/>
          </a:blip>
          <a:srcRect b="45491" l="40653" r="39239" t="45347"/>
          <a:stretch/>
        </p:blipFill>
        <p:spPr>
          <a:xfrm>
            <a:off x="7767600" y="2955876"/>
            <a:ext cx="1056000" cy="1069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/>
          <p:nvPr>
            <p:ph type="title"/>
          </p:nvPr>
        </p:nvSpPr>
        <p:spPr>
          <a:xfrm>
            <a:off x="212450" y="177900"/>
            <a:ext cx="57894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SYSTEM DESIGN</a:t>
            </a:r>
            <a:r>
              <a:rPr lang="en">
                <a:solidFill>
                  <a:schemeClr val="accent2"/>
                </a:solidFill>
              </a:rPr>
              <a:t>: </a:t>
            </a:r>
            <a:r>
              <a:rPr lang="en"/>
              <a:t>SENSOR FUSION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7100"/>
            <a:ext cx="8839204" cy="3016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1" name="Google Shape;391;p53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IMPULSE IMPLEMENTATION</a:t>
            </a:r>
            <a:endParaRPr/>
          </a:p>
        </p:txBody>
      </p:sp>
      <p:sp>
        <p:nvSpPr>
          <p:cNvPr id="392" name="Google Shape;392;p53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Data Collection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93" name="Google Shape;393;p53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 attached the sensors to a physical glove and recorded &gt;= 50 samples of each gesture and cropped them to 1 second windows.</a:t>
            </a:r>
            <a:endParaRPr sz="1200"/>
          </a:p>
        </p:txBody>
      </p:sp>
      <p:sp>
        <p:nvSpPr>
          <p:cNvPr id="394" name="Google Shape;394;p53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Spectral Analysis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95" name="Google Shape;395;p53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Classification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96" name="Google Shape;396;p53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EI Classifier block analyzes the spectral features and assigns a label out of: I_love_you, goodbye, hello, idle, other, please, thank_you, yes</a:t>
            </a:r>
            <a:endParaRPr sz="1200"/>
          </a:p>
        </p:txBody>
      </p:sp>
      <p:sp>
        <p:nvSpPr>
          <p:cNvPr id="397" name="Google Shape;397;p53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Instead</a:t>
            </a:r>
            <a:r>
              <a:rPr lang="en" sz="1200"/>
              <a:t> of analyzing the raw data, we do spectral analysis on all channels to convert to the frequency domain.</a:t>
            </a:r>
            <a:endParaRPr sz="1200"/>
          </a:p>
        </p:txBody>
      </p:sp>
      <p:sp>
        <p:nvSpPr>
          <p:cNvPr id="398" name="Google Shape;398;p53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LLM Integration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99" name="Google Shape;399;p53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 used Ollama to run a local LLM that asks the user questions and responds to their sign language interactions.</a:t>
            </a:r>
            <a:endParaRPr sz="1200"/>
          </a:p>
        </p:txBody>
      </p:sp>
      <p:sp>
        <p:nvSpPr>
          <p:cNvPr id="400" name="Google Shape;400;p53"/>
          <p:cNvSpPr txBox="1"/>
          <p:nvPr/>
        </p:nvSpPr>
        <p:spPr>
          <a:xfrm>
            <a:off x="228600" y="2001325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>
              <a:solidFill>
                <a:schemeClr val="accen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01" name="Google Shape;401;p53"/>
          <p:cNvCxnSpPr/>
          <p:nvPr/>
        </p:nvCxnSpPr>
        <p:spPr>
          <a:xfrm>
            <a:off x="228639" y="2213625"/>
            <a:ext cx="10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53"/>
          <p:cNvSpPr txBox="1"/>
          <p:nvPr/>
        </p:nvSpPr>
        <p:spPr>
          <a:xfrm>
            <a:off x="228588" y="3389100"/>
            <a:ext cx="25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>
              <a:solidFill>
                <a:schemeClr val="accen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03" name="Google Shape;403;p53"/>
          <p:cNvCxnSpPr/>
          <p:nvPr/>
        </p:nvCxnSpPr>
        <p:spPr>
          <a:xfrm>
            <a:off x="228625" y="3601400"/>
            <a:ext cx="10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3"/>
          <p:cNvSpPr txBox="1"/>
          <p:nvPr/>
        </p:nvSpPr>
        <p:spPr>
          <a:xfrm>
            <a:off x="4625400" y="2001325"/>
            <a:ext cx="25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>
              <a:solidFill>
                <a:schemeClr val="accen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05" name="Google Shape;405;p53"/>
          <p:cNvCxnSpPr/>
          <p:nvPr/>
        </p:nvCxnSpPr>
        <p:spPr>
          <a:xfrm>
            <a:off x="4625434" y="2213625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53"/>
          <p:cNvSpPr txBox="1"/>
          <p:nvPr/>
        </p:nvSpPr>
        <p:spPr>
          <a:xfrm>
            <a:off x="4625388" y="3389100"/>
            <a:ext cx="25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>
              <a:solidFill>
                <a:schemeClr val="accen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07" name="Google Shape;407;p53"/>
          <p:cNvCxnSpPr/>
          <p:nvPr/>
        </p:nvCxnSpPr>
        <p:spPr>
          <a:xfrm>
            <a:off x="4625425" y="3601400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54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54"/>
          <p:cNvSpPr/>
          <p:nvPr/>
        </p:nvSpPr>
        <p:spPr>
          <a:xfrm rot="5400000">
            <a:off x="8232450" y="-442947"/>
            <a:ext cx="114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4" name="Google Shape;414;p54"/>
          <p:cNvSpPr/>
          <p:nvPr/>
        </p:nvSpPr>
        <p:spPr>
          <a:xfrm rot="5400000">
            <a:off x="6911175" y="-137100"/>
            <a:ext cx="11400" cy="742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5" name="Google Shape;415;p54"/>
          <p:cNvSpPr txBox="1"/>
          <p:nvPr>
            <p:ph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16" name="Google Shape;416;p54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Accuracy</a:t>
            </a:r>
            <a:endParaRPr/>
          </a:p>
        </p:txBody>
      </p:sp>
      <p:pic>
        <p:nvPicPr>
          <p:cNvPr id="417" name="Google Shape;41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600" y="1322900"/>
            <a:ext cx="6424285" cy="36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2" name="Google Shape;422;p55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55"/>
          <p:cNvSpPr/>
          <p:nvPr/>
        </p:nvSpPr>
        <p:spPr>
          <a:xfrm rot="5400000">
            <a:off x="8232450" y="-442947"/>
            <a:ext cx="114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4" name="Google Shape;424;p55"/>
          <p:cNvSpPr/>
          <p:nvPr/>
        </p:nvSpPr>
        <p:spPr>
          <a:xfrm rot="5400000">
            <a:off x="6911175" y="-137100"/>
            <a:ext cx="11400" cy="742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5" name="Google Shape;425;p55"/>
          <p:cNvSpPr txBox="1"/>
          <p:nvPr>
            <p:ph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26" name="Google Shape;426;p55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Accuracy</a:t>
            </a:r>
            <a:endParaRPr/>
          </a:p>
        </p:txBody>
      </p:sp>
      <p:pic>
        <p:nvPicPr>
          <p:cNvPr id="427" name="Google Shape;42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25" y="2230500"/>
            <a:ext cx="1647825" cy="6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525" y="1480500"/>
            <a:ext cx="6765800" cy="28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56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56"/>
          <p:cNvSpPr/>
          <p:nvPr/>
        </p:nvSpPr>
        <p:spPr>
          <a:xfrm rot="5400000">
            <a:off x="8232450" y="-442947"/>
            <a:ext cx="114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5" name="Google Shape;435;p56"/>
          <p:cNvSpPr/>
          <p:nvPr/>
        </p:nvSpPr>
        <p:spPr>
          <a:xfrm rot="5400000">
            <a:off x="6911175" y="-137100"/>
            <a:ext cx="11400" cy="742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6" name="Google Shape;436;p56"/>
          <p:cNvSpPr txBox="1"/>
          <p:nvPr>
            <p:ph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37" name="Google Shape;437;p56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pic>
        <p:nvPicPr>
          <p:cNvPr id="438" name="Google Shape;43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300" y="972828"/>
            <a:ext cx="3045301" cy="404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7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4" name="Google Shape;444;p57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SEMESTER</a:t>
            </a:r>
            <a:endParaRPr/>
          </a:p>
        </p:txBody>
      </p:sp>
      <p:sp>
        <p:nvSpPr>
          <p:cNvPr id="445" name="Google Shape;445;p57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Failure</a:t>
            </a:r>
            <a:endParaRPr/>
          </a:p>
        </p:txBody>
      </p:sp>
      <p:sp>
        <p:nvSpPr>
          <p:cNvPr id="446" name="Google Shape;446;p57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original EMG sensors had a lot of issues and were not producing good readings. Many of our sensors did not arrive and needed to be reordered.</a:t>
            </a:r>
            <a:endParaRPr/>
          </a:p>
        </p:txBody>
      </p:sp>
      <p:sp>
        <p:nvSpPr>
          <p:cNvPr id="447" name="Google Shape;447;p57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 to Distinguish Gestures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7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Integration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7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got creative with hoe the LLM responded and guided the conversation to adapt to the limited gesture set.</a:t>
            </a:r>
            <a:endParaRPr/>
          </a:p>
        </p:txBody>
      </p:sp>
      <p:sp>
        <p:nvSpPr>
          <p:cNvPr id="450" name="Google Shape;450;p57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gestures were </a:t>
            </a:r>
            <a:r>
              <a:rPr lang="en"/>
              <a:t>difficult</a:t>
            </a:r>
            <a:r>
              <a:rPr lang="en"/>
              <a:t> to distinguish </a:t>
            </a:r>
            <a:r>
              <a:rPr lang="en"/>
              <a:t>from</a:t>
            </a:r>
            <a:r>
              <a:rPr lang="en"/>
              <a:t> each other so we had to carefully select our gesture set after trial and error in the data collection phase.</a:t>
            </a:r>
            <a:endParaRPr/>
          </a:p>
        </p:txBody>
      </p:sp>
      <p:sp>
        <p:nvSpPr>
          <p:cNvPr id="451" name="Google Shape;451;p57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Glove Construction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7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sewed multiple glove prototypes to get it right as we iterated with our sensor designs.</a:t>
            </a:r>
            <a:endParaRPr/>
          </a:p>
        </p:txBody>
      </p:sp>
      <p:sp>
        <p:nvSpPr>
          <p:cNvPr id="453" name="Google Shape;453;p57"/>
          <p:cNvSpPr txBox="1"/>
          <p:nvPr/>
        </p:nvSpPr>
        <p:spPr>
          <a:xfrm>
            <a:off x="228600" y="2001325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54" name="Google Shape;454;p57"/>
          <p:cNvCxnSpPr/>
          <p:nvPr/>
        </p:nvCxnSpPr>
        <p:spPr>
          <a:xfrm>
            <a:off x="228639" y="2213625"/>
            <a:ext cx="10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57"/>
          <p:cNvSpPr txBox="1"/>
          <p:nvPr/>
        </p:nvSpPr>
        <p:spPr>
          <a:xfrm>
            <a:off x="228588" y="3389100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56" name="Google Shape;456;p57"/>
          <p:cNvCxnSpPr/>
          <p:nvPr/>
        </p:nvCxnSpPr>
        <p:spPr>
          <a:xfrm>
            <a:off x="228625" y="3601400"/>
            <a:ext cx="10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57"/>
          <p:cNvSpPr txBox="1"/>
          <p:nvPr/>
        </p:nvSpPr>
        <p:spPr>
          <a:xfrm>
            <a:off x="4625400" y="2001325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58" name="Google Shape;458;p57"/>
          <p:cNvCxnSpPr/>
          <p:nvPr/>
        </p:nvCxnSpPr>
        <p:spPr>
          <a:xfrm>
            <a:off x="4625434" y="2213625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7"/>
          <p:cNvSpPr txBox="1"/>
          <p:nvPr/>
        </p:nvSpPr>
        <p:spPr>
          <a:xfrm>
            <a:off x="4625388" y="3389100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60" name="Google Shape;460;p57"/>
          <p:cNvCxnSpPr/>
          <p:nvPr/>
        </p:nvCxnSpPr>
        <p:spPr>
          <a:xfrm>
            <a:off x="4625425" y="3601400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8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GESTURES</a:t>
            </a:r>
            <a:endParaRPr/>
          </a:p>
        </p:txBody>
      </p:sp>
      <p:cxnSp>
        <p:nvCxnSpPr>
          <p:cNvPr id="466" name="Google Shape;466;p58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7" name="Google Shape;467;p58"/>
          <p:cNvPicPr preferRelativeResize="0"/>
          <p:nvPr/>
        </p:nvPicPr>
        <p:blipFill rotWithShape="1">
          <a:blip r:embed="rId3">
            <a:alphaModFix/>
          </a:blip>
          <a:srcRect b="53247" l="4246" r="69181" t="2111"/>
          <a:stretch/>
        </p:blipFill>
        <p:spPr>
          <a:xfrm>
            <a:off x="331300" y="1213800"/>
            <a:ext cx="1259100" cy="1480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68" name="Google Shape;468;p58"/>
          <p:cNvPicPr preferRelativeResize="0"/>
          <p:nvPr/>
        </p:nvPicPr>
        <p:blipFill rotWithShape="1">
          <a:blip r:embed="rId3">
            <a:alphaModFix/>
          </a:blip>
          <a:srcRect b="52747" l="34909" r="37335" t="999"/>
          <a:stretch/>
        </p:blipFill>
        <p:spPr>
          <a:xfrm>
            <a:off x="1730275" y="2748425"/>
            <a:ext cx="1380600" cy="1611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69" name="Google Shape;469;p58"/>
          <p:cNvPicPr preferRelativeResize="0"/>
          <p:nvPr/>
        </p:nvPicPr>
        <p:blipFill rotWithShape="1">
          <a:blip r:embed="rId3">
            <a:alphaModFix/>
          </a:blip>
          <a:srcRect b="54483" l="72343" r="6500" t="2450"/>
          <a:stretch/>
        </p:blipFill>
        <p:spPr>
          <a:xfrm>
            <a:off x="4749054" y="2444275"/>
            <a:ext cx="1259100" cy="179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70" name="Google Shape;470;p58"/>
          <p:cNvPicPr preferRelativeResize="0"/>
          <p:nvPr/>
        </p:nvPicPr>
        <p:blipFill rotWithShape="1">
          <a:blip r:embed="rId3">
            <a:alphaModFix/>
          </a:blip>
          <a:srcRect b="7339" l="4490" r="70696" t="48261"/>
          <a:stretch/>
        </p:blipFill>
        <p:spPr>
          <a:xfrm>
            <a:off x="6251550" y="935565"/>
            <a:ext cx="1380600" cy="172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71" name="Google Shape;471;p58"/>
          <p:cNvPicPr preferRelativeResize="0"/>
          <p:nvPr/>
        </p:nvPicPr>
        <p:blipFill rotWithShape="1">
          <a:blip r:embed="rId3">
            <a:alphaModFix/>
          </a:blip>
          <a:srcRect b="7716" l="39667" r="39185" t="50071"/>
          <a:stretch/>
        </p:blipFill>
        <p:spPr>
          <a:xfrm>
            <a:off x="3169450" y="881225"/>
            <a:ext cx="1336200" cy="186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72" name="Google Shape;472;p58"/>
          <p:cNvPicPr preferRelativeResize="0"/>
          <p:nvPr/>
        </p:nvPicPr>
        <p:blipFill rotWithShape="1">
          <a:blip r:embed="rId4">
            <a:alphaModFix/>
          </a:blip>
          <a:srcRect b="45491" l="40653" r="39239" t="45347"/>
          <a:stretch/>
        </p:blipFill>
        <p:spPr>
          <a:xfrm>
            <a:off x="7646325" y="3007400"/>
            <a:ext cx="1259100" cy="1275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