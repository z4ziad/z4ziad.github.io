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0fea29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0fea29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651add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e651add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651add8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e651add8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651add8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e651add8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e651add8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e651add8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e651add8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e651add8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651add8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e651add8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e651add8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e651add8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qg8rMQTF8tk4G3f1s06mFYJKvMRmRHGZ/view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PetBot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Mahlet Mesfin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25" y="578300"/>
            <a:ext cx="3759699" cy="414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309250"/>
            <a:ext cx="7030500" cy="32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responsive pet robot that provides light entertainment and interaction without increasing screen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Primarily for anyone seeking a fun, interactive desk gadget.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Bandwidth</a:t>
            </a:r>
            <a:r>
              <a:rPr lang="en"/>
              <a:t>: Reduces network usage because all inference happens locally; only occasional model updates or telemetry need network transfer.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Latency</a:t>
            </a:r>
            <a:r>
              <a:rPr lang="en"/>
              <a:t>: On-device processing → no cloud latency or dependency.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Economics: </a:t>
            </a:r>
            <a:r>
              <a:rPr lang="en"/>
              <a:t>cheaper to scale and operate long-term.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Reliability</a:t>
            </a:r>
            <a:r>
              <a:rPr lang="en"/>
              <a:t>: Fast response time between hearing a command and taking 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Privacy</a:t>
            </a:r>
            <a:r>
              <a:rPr lang="en"/>
              <a:t>: All audio processing happens on the device, keeping user data local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122" y="1697559"/>
            <a:ext cx="4770400" cy="2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497" y="1562947"/>
            <a:ext cx="5000024" cy="29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272250" y="16431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Words: g</a:t>
            </a:r>
            <a:r>
              <a:rPr lang="en" sz="1100"/>
              <a:t>o, stop, left, right, forward, backward, happy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Go left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Go right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Go forward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Go backward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Stop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Happy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Used google speech command-set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MFCC: keyword spotting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Feature extraction and preprocessing: on edge impulse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a Neural network</a:t>
            </a:r>
            <a:endParaRPr sz="1100"/>
          </a:p>
        </p:txBody>
      </p:sp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 systems 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982075" y="17188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Components: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Microcontroller: </a:t>
            </a:r>
            <a:r>
              <a:rPr lang="en"/>
              <a:t>Arduino Nano BLE 33 Sense (for keyword spotting).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Robot Kit:</a:t>
            </a:r>
            <a:r>
              <a:rPr lang="en"/>
              <a:t> TokyMaker kit (for movement and actuation).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Sensors</a:t>
            </a:r>
            <a:r>
              <a:rPr lang="en"/>
              <a:t>: Built-in microphone - Arduino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Actuators</a:t>
            </a:r>
            <a:r>
              <a:rPr lang="en"/>
              <a:t>: Motors for walking, servo for gestures.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Result</a:t>
            </a:r>
            <a:endParaRPr/>
          </a:p>
        </p:txBody>
      </p:sp>
      <p:pic>
        <p:nvPicPr>
          <p:cNvPr id="310" name="Google Shape;310;p18"/>
          <p:cNvPicPr preferRelativeResize="0"/>
          <p:nvPr/>
        </p:nvPicPr>
        <p:blipFill rotWithShape="1">
          <a:blip r:embed="rId3">
            <a:alphaModFix/>
          </a:blip>
          <a:srcRect b="31539" l="0" r="-462" t="0"/>
          <a:stretch/>
        </p:blipFill>
        <p:spPr>
          <a:xfrm>
            <a:off x="1451825" y="1345550"/>
            <a:ext cx="5971050" cy="32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Result </a:t>
            </a:r>
            <a:endParaRPr/>
          </a:p>
        </p:txBody>
      </p:sp>
      <p:pic>
        <p:nvPicPr>
          <p:cNvPr id="316" name="Google Shape;3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550" y="1346150"/>
            <a:ext cx="4797750" cy="35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</a:t>
            </a:r>
            <a:endParaRPr/>
          </a:p>
        </p:txBody>
      </p:sp>
      <p:pic>
        <p:nvPicPr>
          <p:cNvPr id="322" name="Google Shape;322;p20" title="Snapchat-54662890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2450" y="1409625"/>
            <a:ext cx="5761469" cy="324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Live testing </a:t>
            </a:r>
            <a:r>
              <a:rPr lang="en"/>
              <a:t>inference </a:t>
            </a:r>
            <a:r>
              <a:rPr lang="en"/>
              <a:t>delay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Doing inference and motion tasks in one core: had to split to two arduinos to smoothly enable the movements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Testing accuracy skewed by _unknown_ sounds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