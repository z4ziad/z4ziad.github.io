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a73e4e2d_0_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a73e4e2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fa73e4e2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a73e4e2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a73e4e2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fc24dbe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fc24dbe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fa73e4e2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fa73e4e2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a73e4e2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a73e4e2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a73e4e2d_2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fa73e4e2d_2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a73e4e2d_2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a73e4e2d_2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a73e4e2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fa73e4e2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uEU3uVb7bpu4ixSy1tot37F69qpMBrLN/view" TargetMode="External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5axv08Ydqu9CJhhmBmPfHGyUESg75_Vv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wxBIumrebXEIOaYx-_TUIJeGzCE5aMdm/view" TargetMode="External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48689" l="32962" r="0" t="0"/>
          <a:stretch/>
        </p:blipFill>
        <p:spPr>
          <a:xfrm>
            <a:off x="6004050" y="1596425"/>
            <a:ext cx="2548526" cy="975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3050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Ro-Bin</a:t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Teddy Lin and Alejandro Miranda</a:t>
            </a:r>
            <a:endParaRPr sz="1800"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b="0" l="-6080" r="6079" t="0"/>
          <a:stretch/>
        </p:blipFill>
        <p:spPr>
          <a:xfrm>
            <a:off x="5898575" y="2073225"/>
            <a:ext cx="2145650" cy="21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5">
            <a:alphaModFix/>
          </a:blip>
          <a:srcRect b="49349" l="0" r="0" t="0"/>
          <a:stretch/>
        </p:blipFill>
        <p:spPr>
          <a:xfrm>
            <a:off x="4527150" y="2408275"/>
            <a:ext cx="1752700" cy="10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&amp; Goals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Address overfilled and insufficient trash receptacles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Robot should autonomously approach humans for waste disposal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Interaction with robot should be natural and intuitive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System should aim to improve cleanliness in high-traffic areas</a:t>
            </a:r>
            <a:endParaRPr sz="1500"/>
          </a:p>
        </p:txBody>
      </p:sp>
      <p:pic>
        <p:nvPicPr>
          <p:cNvPr id="100" name="Google Shape;100;p15" title="IMG_203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46" y="1263275"/>
            <a:ext cx="2701970" cy="3602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908700" y="2736100"/>
            <a:ext cx="52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73775" y="236900"/>
            <a:ext cx="5259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System Diagram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50" y="852249"/>
            <a:ext cx="7912901" cy="374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331650" y="390875"/>
            <a:ext cx="1749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State Machine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050" y="152400"/>
            <a:ext cx="6758550" cy="457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675150" y="355325"/>
            <a:ext cx="78057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Frontier Exploration/Navigation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76500" y="1267375"/>
            <a:ext cx="7604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Looks for areas where “drivable” cells </a:t>
            </a:r>
            <a:r>
              <a:rPr lang="en" sz="1600"/>
              <a:t>are adjacent to “unknown”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Groups these cells into clusters and scores each using a weighted sum of factors: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Cluster size 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Goal clearance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Path length/reachability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Path clearance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Time away from area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Uses A* for global path w/ DWB as the local controller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9324" y="3630950"/>
            <a:ext cx="2613350" cy="10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675150" y="355325"/>
            <a:ext cx="78057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Pose Estimation with BlazePose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55025" y="1648650"/>
            <a:ext cx="7604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Benefits: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Sufficient Accuracy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Lightweight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Compatible with Jetson/Jetpack 6.2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Reference: </a:t>
            </a:r>
            <a:r>
              <a:rPr lang="en" sz="900">
                <a:solidFill>
                  <a:schemeClr val="dk1"/>
                </a:solidFill>
              </a:rPr>
              <a:t>Bazarevsky, V., Grishchenko, I., Raveendran, K., Zhu, T., Zhang, F., &amp; Grundmann, M. (2020). </a:t>
            </a:r>
            <a:r>
              <a:rPr i="1" lang="en" sz="900">
                <a:solidFill>
                  <a:schemeClr val="dk1"/>
                </a:solidFill>
              </a:rPr>
              <a:t>BlazePose: On-device Real-time Body </a:t>
            </a:r>
            <a:endParaRPr i="1" sz="9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Pose tracking</a:t>
            </a:r>
            <a:r>
              <a:rPr lang="en" sz="900">
                <a:solidFill>
                  <a:schemeClr val="dk1"/>
                </a:solidFill>
              </a:rPr>
              <a:t>. arXiv. https://doi.org/10.48550/arXiv.2006.10204</a:t>
            </a:r>
            <a:endParaRPr sz="800"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050" y="1357100"/>
            <a:ext cx="3762101" cy="21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390875" y="272425"/>
            <a:ext cx="6681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Approaching Person Demo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3" name="Google Shape;133;p20" title="IMG_210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488" y="864625"/>
            <a:ext cx="7065024" cy="397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501800" y="334525"/>
            <a:ext cx="7895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Rviz</a:t>
            </a:r>
            <a:r>
              <a:rPr b="1" lang="en" sz="3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Visualization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p21" title="wandering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0443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345700" y="223025"/>
            <a:ext cx="83745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Waving Demo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p22" title="waving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000" y="747125"/>
            <a:ext cx="7273910" cy="40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533000" y="343500"/>
            <a:ext cx="74502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Future Directions</a:t>
            </a:r>
            <a:endParaRPr b="1" sz="2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651450" y="1077850"/>
            <a:ext cx="74502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AprilTag Support for Docking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Trash Bag </a:t>
            </a:r>
            <a:r>
              <a:rPr lang="en" sz="1800">
                <a:solidFill>
                  <a:schemeClr val="dk2"/>
                </a:solidFill>
              </a:rPr>
              <a:t>Unloading</a:t>
            </a:r>
            <a:r>
              <a:rPr lang="en" sz="1800">
                <a:solidFill>
                  <a:schemeClr val="dk2"/>
                </a:solidFill>
              </a:rPr>
              <a:t> System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Work with Other RoBin Robots in Sync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